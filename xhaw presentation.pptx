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NexArena, a gaming and esports arena in Johannesburg. Outline the four parts: design and why, logo, wireframes,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 designs were chosen: user-centred, dark gaming aesthetic, consistent navigation across web and mobile, quick booking and quote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logo concept, then the palette built directly from it: Deep Space Navy, Electric Cyan, Neon Violet, Cloud White, Signal Magenta.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mobile wireframes: six screens, placeholder blocks, bottom navigation. Mention the Figma high-fidelity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website wireframes: wider multi-column layouts using the same six pages and the same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of the mobile site: browse packages, open a package, use the fee calculator, view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of the website: select packages, see the multi-booking discount (5%, 10%, 15%), send an enquiry.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40080"/>
            <a:ext cx="4572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and Mobile Application Designs | Scenario 3 | Group 21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Nkateko Malungane  |  Owethu Luthuli  |  Rorisang Manala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why we chose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51A33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Dark, high-contrast base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Evokes a darkened gaming room and screen glow, and makes accents pop.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51A33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and violet accents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esports feel; the cyan-to-violet gradient marks key actions like "Book with us".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51A33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consistent navigation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sections on web and mobile: Home, Packages, Fees, About, Contact.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51A33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quick booking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package cards, a fee calculator with discounts, and large tap targets on mobile.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logo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4" name="Image 0" descr="/home/claude/img/logo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20624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097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Hexagon: esports team-badge and tech iconography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"N" monogram: works alone as an app icon or favicon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dots: online multiplayer and livestreams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geometric wordmark with letter-spaced tagline for legibility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1499616" cy="731520"/>
          </a:xfrm>
          <a:prstGeom prst="roundRect">
            <a:avLst>
              <a:gd name="adj" fmla="val 12500"/>
            </a:avLst>
          </a:prstGeom>
          <a:solidFill>
            <a:srgbClr val="0B0E1A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 txBox="1"/>
          <p:nvPr/>
        </p:nvSpPr>
        <p:spPr>
          <a:xfrm>
            <a:off x="457200" y="4343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#0B0E1A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39696" y="3566160"/>
            <a:ext cx="1499616" cy="731520"/>
          </a:xfrm>
          <a:prstGeom prst="roundRect">
            <a:avLst>
              <a:gd name="adj" fmla="val 12500"/>
            </a:avLst>
          </a:prstGeom>
          <a:solidFill>
            <a:srgbClr val="00E5FF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 txBox="1"/>
          <p:nvPr/>
        </p:nvSpPr>
        <p:spPr>
          <a:xfrm>
            <a:off x="2139696" y="4343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#00E5FF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22192" y="3566160"/>
            <a:ext cx="1499616" cy="731520"/>
          </a:xfrm>
          <a:prstGeom prst="roundRect">
            <a:avLst>
              <a:gd name="adj" fmla="val 12500"/>
            </a:avLst>
          </a:prstGeom>
          <a:solidFill>
            <a:srgbClr val="B026FF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 txBox="1"/>
          <p:nvPr/>
        </p:nvSpPr>
        <p:spPr>
          <a:xfrm>
            <a:off x="3822192" y="4343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#B026FF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04688" y="3566160"/>
            <a:ext cx="1499616" cy="731520"/>
          </a:xfrm>
          <a:prstGeom prst="roundRect">
            <a:avLst>
              <a:gd name="adj" fmla="val 12500"/>
            </a:avLst>
          </a:prstGeom>
          <a:solidFill>
            <a:srgbClr val="E6E9F5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5504688" y="4343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#E6E9F5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87184" y="3566160"/>
            <a:ext cx="1499616" cy="731520"/>
          </a:xfrm>
          <a:prstGeom prst="roundRect">
            <a:avLst>
              <a:gd name="adj" fmla="val 12500"/>
            </a:avLst>
          </a:prstGeom>
          <a:solidFill>
            <a:srgbClr val="FF2D95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 txBox="1"/>
          <p:nvPr/>
        </p:nvSpPr>
        <p:spPr>
          <a:xfrm>
            <a:off x="7187184" y="434340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#FF2D95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Wireframes: mobile app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4" name="Image 0" descr="/home/claude/img/f-0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4023360" cy="2606040"/>
          </a:xfrm>
          <a:prstGeom prst="rect">
            <a:avLst/>
          </a:prstGeom>
        </p:spPr>
      </p:pic>
      <p:pic>
        <p:nvPicPr>
          <p:cNvPr id="5" name="Image 1" descr="/home/claude/img/f-00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51560"/>
            <a:ext cx="4023360" cy="2606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 us, Packages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details, Fees and checkout, Contact us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bar and stacked content blocks keep everything reachable with one hand.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Wireframes: website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4" name="Image 0" descr="/home/claude/img/f-0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1828800"/>
          </a:xfrm>
          <a:prstGeom prst="rect">
            <a:avLst/>
          </a:prstGeom>
        </p:spPr>
      </p:pic>
      <p:pic>
        <p:nvPicPr>
          <p:cNvPr id="5" name="Image 1" descr="/home/claude/img/f-00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2926080"/>
            <a:ext cx="8229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mobile version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4" name="Image 0" descr="/home/claude/img/f-004.png"/>
          <p:cNvPicPr>
            <a:picLocks noChangeAspect="1"/>
          </p:cNvPicPr>
          <p:nvPr/>
        </p:nvPicPr>
        <p:blipFill>
          <a:blip r:embed="rId3"/>
          <a:srcRect l="21882" r="20473"/>
          <a:stretch>
            <a:fillRect/>
          </a:stretch>
        </p:blipFill>
        <p:spPr>
          <a:xfrm>
            <a:off x="165564" y="1097280"/>
            <a:ext cx="2211876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pic>
        <p:nvPicPr>
          <p:cNvPr id="6" name="Image 1" descr="/home/claude/img/f-005.png"/>
          <p:cNvPicPr>
            <a:picLocks noChangeAspect="1"/>
          </p:cNvPicPr>
          <p:nvPr/>
        </p:nvPicPr>
        <p:blipFill>
          <a:blip r:embed="rId4"/>
          <a:srcRect l="17977" r="18258"/>
          <a:stretch>
            <a:fillRect/>
          </a:stretch>
        </p:blipFill>
        <p:spPr>
          <a:xfrm>
            <a:off x="2216728" y="1110095"/>
            <a:ext cx="2446712" cy="3017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60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300" dirty="0"/>
          </a:p>
        </p:txBody>
      </p:sp>
      <p:pic>
        <p:nvPicPr>
          <p:cNvPr id="8" name="Image 2" descr="/home/claude/img/f-006.png"/>
          <p:cNvPicPr>
            <a:picLocks noChangeAspect="1"/>
          </p:cNvPicPr>
          <p:nvPr/>
        </p:nvPicPr>
        <p:blipFill>
          <a:blip r:embed="rId5"/>
          <a:srcRect l="16348" r="21049"/>
          <a:stretch>
            <a:fillRect/>
          </a:stretch>
        </p:blipFill>
        <p:spPr>
          <a:xfrm>
            <a:off x="4428604" y="1122910"/>
            <a:ext cx="2394756" cy="3017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300" dirty="0"/>
          </a:p>
        </p:txBody>
      </p:sp>
      <p:pic>
        <p:nvPicPr>
          <p:cNvPr id="10" name="Image 3" descr="/home/claude/img/f-008.png"/>
          <p:cNvPicPr>
            <a:picLocks noChangeAspect="1"/>
          </p:cNvPicPr>
          <p:nvPr/>
        </p:nvPicPr>
        <p:blipFill>
          <a:blip r:embed="rId6"/>
          <a:srcRect l="23291" r="25022"/>
          <a:stretch>
            <a:fillRect/>
          </a:stretch>
        </p:blipFill>
        <p:spPr>
          <a:xfrm>
            <a:off x="6844144" y="1194261"/>
            <a:ext cx="2103119" cy="2823557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7665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website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320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4" name="Image 0" descr="/home/claude/img/f-0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051560"/>
            <a:ext cx="4270683" cy="16985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79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pic>
        <p:nvPicPr>
          <p:cNvPr id="6" name="Image 1" descr="/home/claude/img/f-0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51560"/>
            <a:ext cx="4023360" cy="1600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2679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300" dirty="0"/>
          </a:p>
        </p:txBody>
      </p:sp>
      <p:pic>
        <p:nvPicPr>
          <p:cNvPr id="8" name="Image 2" descr="/home/claude/img/f-01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3017520"/>
            <a:ext cx="4023360" cy="1600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4645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calculator and discounts</a:t>
            </a:r>
            <a:endParaRPr lang="en-US" sz="1300" dirty="0"/>
          </a:p>
        </p:txBody>
      </p:sp>
      <p:pic>
        <p:nvPicPr>
          <p:cNvPr id="10" name="Image 3" descr="/home/claude/img/f-01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3017520"/>
            <a:ext cx="4023360" cy="16002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663440" y="4645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details and enquiry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and thank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151A33"/>
          </a:solidFill>
          <a:ln w="12700">
            <a:solidFill>
              <a:srgbClr val="2A315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(web and mobile): </a:t>
            </a: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github.com/shoddybeat6/nexarena-web-mobile-build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(unlisted YouTube): </a:t>
            </a:r>
            <a:r>
              <a:rPr lang="en-US" sz="16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youtu.be/r-DrBOqyX9g</a:t>
            </a:r>
            <a:endParaRPr lang="en-US" sz="1600" dirty="0"/>
          </a:p>
          <a:p>
            <a:pPr>
              <a:spcAft>
                <a:spcPts val="1400"/>
              </a:spcAft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wireframes</a:t>
            </a:r>
            <a:r>
              <a:rPr lang="en-US" sz="1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https://www.figma.com/design/U1MR9ExsEOsvDcxdgfRE4Q/XHAW-WIRE-FRAME?m=auto&amp;t=pYGMGhHFJUyhjBDE-1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449</Words>
  <Application>Microsoft Office PowerPoint</Application>
  <PresentationFormat>On-screen Show (16:9)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NexArena Phase 2 Presentation</dc:title>
  <dc:subject>PptxGenJS Presentation</dc:subject>
  <dc:creator>PptxGenJS</dc:creator>
  <cp:lastModifiedBy>Nkateko Tshego Malungane</cp:lastModifiedBy>
  <cp:revision>4</cp:revision>
  <dcterms:created xsi:type="dcterms:W3CDTF">2026-10-27T05:49:31Z</dcterms:created>
  <dcterms:modified xsi:type="dcterms:W3CDTF">2026-10-27T10:11:06Z</dcterms:modified>
</cp:coreProperties>
</file>